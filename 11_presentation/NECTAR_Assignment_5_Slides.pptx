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NECTAR Energy &amp; Asset Performance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dirty="0"/>
              <a:t>• Objective: build a scalable analytics pipeline for assets, telemetry, energy and faults.</a:t>
            </a:r>
          </a:p>
          <a:p>
            <a:pPr>
              <a:spcAft>
                <a:spcPts val="1200"/>
              </a:spcAft>
              <a:defRPr sz="1900"/>
            </a:pPr>
            <a:r>
              <a:rPr dirty="0"/>
              <a:t>• Architecture: Source → Bronze → Silver → Data Quality → Gold → Power BI.</a:t>
            </a:r>
          </a:p>
          <a:p>
            <a:pPr>
              <a:spcAft>
                <a:spcPts val="1200"/>
              </a:spcAft>
              <a:defRPr sz="1900"/>
            </a:pPr>
            <a:r>
              <a:rPr dirty="0"/>
              <a:t>• Outcome: Site Performance | Asset Health | Energy Consumption | Fault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rPr dirty="0"/>
              <a:t>• Bronze preserves source data and audit information.</a:t>
            </a:r>
          </a:p>
          <a:p>
            <a:pPr>
              <a:spcAft>
                <a:spcPts val="1200"/>
              </a:spcAft>
              <a:defRPr sz="1900"/>
            </a:pPr>
            <a:r>
              <a:rPr dirty="0"/>
              <a:t>• Silver standardizes fields, parses timestamps and handles safe cleansing.</a:t>
            </a:r>
          </a:p>
          <a:p>
            <a:pPr>
              <a:spcAft>
                <a:spcPts val="1200"/>
              </a:spcAft>
              <a:defRPr sz="1900"/>
            </a:pPr>
            <a:r>
              <a:rPr dirty="0"/>
              <a:t>• Data Quality measures nulls, duplicates, conversion, completeness, late data and outliers.</a:t>
            </a:r>
          </a:p>
          <a:p>
            <a:pPr>
              <a:spcAft>
                <a:spcPts val="1200"/>
              </a:spcAft>
              <a:defRPr sz="1900"/>
            </a:pPr>
            <a:r>
              <a:rPr dirty="0"/>
              <a:t>• Gold contains business-ready dimensions and 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Quality &amp;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Safe errors are cleaned in Silver; unsafe assumptions are validated.</a:t>
            </a:r>
          </a:p>
          <a:p>
            <a:pPr>
              <a:spcAft>
                <a:spcPts val="1200"/>
              </a:spcAft>
              <a:defRPr sz="1900"/>
            </a:pPr>
            <a:r>
              <a:t>• Critical failures are recorded in DQ and gated from Gold.</a:t>
            </a:r>
          </a:p>
          <a:p>
            <a:pPr>
              <a:spcAft>
                <a:spcPts val="1200"/>
              </a:spcAft>
              <a:defRPr sz="1900"/>
            </a:pPr>
            <a:r>
              <a:t>• Late-arriving data: ingestion_timestamp &gt; event_timestamp + 24 hours.</a:t>
            </a:r>
          </a:p>
          <a:p>
            <a:pPr>
              <a:spcAft>
                <a:spcPts val="1200"/>
              </a:spcAft>
              <a:defRPr sz="1900"/>
            </a:pPr>
            <a:r>
              <a:t>• dq_quality_report provides detail; dq_quality_summary provides run-level PASS/FAIL.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Kimball-style Gold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Dimensions: Site, Building, Asset, Date.</a:t>
            </a:r>
          </a:p>
          <a:p>
            <a:pPr>
              <a:spcAft>
                <a:spcPts val="1200"/>
              </a:spcAft>
              <a:defRPr sz="1900"/>
            </a:pPr>
            <a:r>
              <a:t>• Facts: Telemetry at sensor-reading grain, Energy at hourly grain, Event at event grain.</a:t>
            </a:r>
          </a:p>
          <a:p>
            <a:pPr>
              <a:spcAft>
                <a:spcPts val="1200"/>
              </a:spcAft>
              <a:defRPr sz="1900"/>
            </a:pPr>
            <a:r>
              <a:t>• Relationships: one-to-many, single direction from dimensions to facts.</a:t>
            </a:r>
          </a:p>
          <a:p>
            <a:pPr>
              <a:spcAft>
                <a:spcPts val="1200"/>
              </a:spcAft>
              <a:defRPr sz="1900"/>
            </a:pPr>
            <a:r>
              <a:t>• Separate grains prevent double counting and ambiguous joins.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Power BI Dashboard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• KPIs: Total Sites, Total Assets, Assets with Faults, Total Readings, Total Faults.</a:t>
            </a:r>
          </a:p>
          <a:p>
            <a:pPr>
              <a:spcAft>
                <a:spcPts val="1200"/>
              </a:spcAft>
              <a:defRPr sz="1900"/>
            </a:pPr>
            <a:r>
              <a:t>• Energy: by site, by asset, and daily trend.</a:t>
            </a:r>
          </a:p>
          <a:p>
            <a:pPr>
              <a:spcAft>
                <a:spcPts val="1200"/>
              </a:spcAft>
              <a:defRPr sz="1900"/>
            </a:pPr>
            <a:r>
              <a:t>• Faults: top assets, event type and severity.</a:t>
            </a:r>
          </a:p>
          <a:p>
            <a:pPr>
              <a:spcAft>
                <a:spcPts val="1200"/>
              </a:spcAft>
              <a:defRPr sz="1900"/>
            </a:pPr>
            <a:r>
              <a:t>• Repository includes SQL, ETL notebook/code, DAX, architecture, README and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290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Mothies Raj Dekshinamoorthi Geetha</cp:lastModifiedBy>
  <cp:revision>2</cp:revision>
  <dcterms:created xsi:type="dcterms:W3CDTF">2013-01-27T09:14:16Z</dcterms:created>
  <dcterms:modified xsi:type="dcterms:W3CDTF">2026-08-19T13:53:05Z</dcterms:modified>
  <cp:category/>
</cp:coreProperties>
</file>